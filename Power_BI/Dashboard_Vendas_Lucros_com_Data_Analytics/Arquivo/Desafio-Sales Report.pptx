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84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0C820-DF74-B56E-07F7-E1A91C05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295447-8BCF-ED94-F75A-6BB0121CC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5F0EC-3329-4028-6F27-20739C4C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8A05F-6284-490C-F564-10C13AF4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A3E13-4CA2-A362-FE92-7766DC52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2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CA443-C60B-6398-9409-04ED438E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2D30E8-53B1-C252-288C-9516C5A43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F0B0B9-A646-B9EB-F097-57DDBC6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5B11A-D245-76AD-C572-5B9F39EB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9458A-A83E-63A7-D546-867E5B79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01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62928-FEA4-A6E4-758E-364054BC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EA6DFB-B63A-55E3-8275-F5D50F55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72233A-2DB0-ADDB-7263-505BA438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90D0B-36E5-5575-AAA8-3D5DF6F0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D5552-37C0-B5D7-6C61-966DB26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9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358E1-CA81-CC1C-AD95-35AD4C02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F7AB2-270F-F81A-4605-BE3ECBB8F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04F0BD-39A1-1681-FAC9-BBDE78121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7C4D98-BC30-E3F1-E620-6310F180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1AAA9-76F3-928B-8346-A59400D9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D1A9A4-24F2-254C-C97D-D54962CD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D635-4D78-47D3-96A3-005C4AF8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13A792-FE21-8F03-C35E-E2D8F862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DC130E-409A-EEC2-A4BB-723F9A116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D44EE9-393A-0550-99FF-9FDBD835B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3E6265-403C-E100-AD38-AD60AC221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95895A-CFA7-05D7-4B16-6F1CF486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C031E9-8D07-05E4-9534-BAE49A19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608B3B-2A1B-9C1C-F45C-A4215B61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6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D3168-F0C5-1CDC-6B8C-10C2DEC9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D817DF-BBB9-5E82-9861-EFBB9C11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D07F6C-EFFF-DC53-7BBA-AEC67514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BB8BD5-BB26-60E9-7932-C7549B23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57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A8845-AD88-DED0-FA76-D71B9A8E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00D4A2-FFBF-645E-4661-77AE436B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C61DD9-0910-9F1C-E4F4-6831FCE8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B3F0B-170D-594D-607C-674FBCB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B5BA0-21A0-8CA7-7F69-5648DC92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766797-883E-C720-CF0A-1E3F4A5F3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32DEC-045E-7690-803C-A776A8BC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3700F0-2D6A-2738-290E-9350E2C7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0481F-A14F-7FAB-2541-401A05EA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6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74B22-C7E5-A55D-1AAC-63C115C8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C64CE7-DA66-8071-902E-7F48E1E75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BFD27-64B9-0580-4201-323FF49FC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468AD0-0833-F930-1714-5DC01016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798A85-D99F-F4AF-31E7-1DB3E1F3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A8D99-55AE-93A4-D138-EAE6D17F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53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807C9-E410-C1B4-4296-EAF82341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3262D1-8EA2-17FC-581A-52FC44516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491B0-C984-9B5E-86E1-51BAD623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4B16DE-6ADA-02DD-F07C-4014178E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0A9A0C-D737-8337-9B78-932EF6BF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4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6C1C14-3CC5-736E-3776-DCCF4F25E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EA9850-DB3C-753B-F9F1-FE901546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3916DD-02AE-7596-69AF-8179BF8C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717F3-5F85-67FF-3048-FFD7D0E0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5484FE-79E4-EDB9-93C3-E02A4BCD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6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50E215-A59B-D4E1-429E-8088AA94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13287D-30C8-F051-70F2-BDD15436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6572B-8220-8581-AA26-3662FFA62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97F0D-FB82-DF66-D88D-FB214BDE0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ED4ED8-9894-16C5-223E-287FEB2C7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84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A4D809-0AA4-097A-C58F-A67E6DF21AFE}"/>
              </a:ext>
            </a:extLst>
          </p:cNvPr>
          <p:cNvSpPr txBox="1"/>
          <p:nvPr/>
        </p:nvSpPr>
        <p:spPr>
          <a:xfrm>
            <a:off x="641268" y="231798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Desafio DIO – Projeto Sales Report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616916-181A-9068-7CD9-9FD206208D09}"/>
              </a:ext>
            </a:extLst>
          </p:cNvPr>
          <p:cNvSpPr txBox="1"/>
          <p:nvPr/>
        </p:nvSpPr>
        <p:spPr>
          <a:xfrm>
            <a:off x="4232213" y="807566"/>
            <a:ext cx="5326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 arquivo original é </a:t>
            </a:r>
            <a:r>
              <a:rPr lang="pt-BR" sz="1400" dirty="0" err="1"/>
              <a:t>sales_report_desafio_projeto.pbix</a:t>
            </a:r>
            <a:r>
              <a:rPr lang="pt-BR" sz="1400" dirty="0"/>
              <a:t>.</a:t>
            </a:r>
          </a:p>
          <a:p>
            <a:r>
              <a:rPr lang="pt-BR" sz="1400" dirty="0"/>
              <a:t>Inicialmente defini os gráficos e itens que iriam compor cada página.</a:t>
            </a:r>
          </a:p>
          <a:p>
            <a:r>
              <a:rPr lang="pt-BR" sz="1400" dirty="0"/>
              <a:t>Com o auxílio das aulas e arquivo original, criei os gráficos e adicionei a tabela calendário para facilitar o </a:t>
            </a:r>
            <a:r>
              <a:rPr lang="pt-BR" sz="1400" dirty="0" err="1"/>
              <a:t>drill</a:t>
            </a:r>
            <a:r>
              <a:rPr lang="pt-BR" sz="1400" dirty="0"/>
              <a:t> </a:t>
            </a:r>
            <a:r>
              <a:rPr lang="pt-BR" sz="1400" dirty="0" err="1"/>
              <a:t>down</a:t>
            </a:r>
            <a:r>
              <a:rPr lang="pt-BR" sz="1400" dirty="0"/>
              <a:t> nos gráficos baseados em tempo.</a:t>
            </a:r>
          </a:p>
          <a:p>
            <a:r>
              <a:rPr lang="pt-BR" sz="1400" dirty="0"/>
              <a:t>Neste calendário adicionei também a coluna semestre.</a:t>
            </a:r>
          </a:p>
          <a:p>
            <a:r>
              <a:rPr lang="pt-BR" sz="1400" dirty="0"/>
              <a:t>Criei o plano de fundo no powerpoint.</a:t>
            </a:r>
          </a:p>
          <a:p>
            <a:r>
              <a:rPr lang="pt-BR" sz="1400" dirty="0"/>
              <a:t>Atualizei as cores do modelo original e procurei manter as premissas de proporção áurea e posicionamento.</a:t>
            </a:r>
          </a:p>
          <a:p>
            <a:r>
              <a:rPr lang="pt-BR" sz="1400" dirty="0"/>
              <a:t>Adicionei os botões e finalizei o projeto.</a:t>
            </a:r>
          </a:p>
          <a:p>
            <a:endParaRPr lang="pt-BR" sz="1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7F7E959-7819-7091-9673-800A3CADD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20" y="807566"/>
            <a:ext cx="3208853" cy="180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6A3C05E-A30E-6508-B39D-32044A254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78" y="2814002"/>
            <a:ext cx="3198795" cy="180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B143692-95CA-0A7B-9C35-1212478CB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78" y="4826202"/>
            <a:ext cx="320602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101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Ogasawara</dc:creator>
  <cp:lastModifiedBy>Marcos Ogasawara</cp:lastModifiedBy>
  <cp:revision>8</cp:revision>
  <dcterms:created xsi:type="dcterms:W3CDTF">2025-12-01T19:51:23Z</dcterms:created>
  <dcterms:modified xsi:type="dcterms:W3CDTF">2025-12-06T15:52:51Z</dcterms:modified>
</cp:coreProperties>
</file>