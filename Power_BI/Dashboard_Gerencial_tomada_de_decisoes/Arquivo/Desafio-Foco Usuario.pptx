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0C820-DF74-B56E-07F7-E1A91C057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295447-8BCF-ED94-F75A-6BB0121CC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35F0EC-3329-4028-6F27-20739C4CB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E8A05F-6284-490C-F564-10C13AF45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A3E13-4CA2-A362-FE92-7766DC52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525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CA443-C60B-6398-9409-04ED438E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2D30E8-53B1-C252-288C-9516C5A43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F0B0B9-A646-B9EB-F097-57DDBC67A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C5B11A-D245-76AD-C572-5B9F39EB6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29458A-A83E-63A7-D546-867E5B797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01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62928-FEA4-A6E4-758E-364054BC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EA6DFB-B63A-55E3-8275-F5D50F55A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72233A-2DB0-ADDB-7263-505BA438C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790D0B-36E5-5575-AAA8-3D5DF6F03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6D5552-37C0-B5D7-6C61-966DB264C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895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358E1-CA81-CC1C-AD95-35AD4C02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9F7AB2-270F-F81A-4605-BE3ECBB8F9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504F0BD-39A1-1681-FAC9-BBDE78121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7C4D98-BC30-E3F1-E620-6310F180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51AAA9-76F3-928B-8346-A59400D9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D1A9A4-24F2-254C-C97D-D54962CD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78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1D635-4D78-47D3-96A3-005C4AF83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13A792-FE21-8F03-C35E-E2D8F862E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DC130E-409A-EEC2-A4BB-723F9A116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D44EE9-393A-0550-99FF-9FDBD835B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D3E6265-403C-E100-AD38-AD60AC221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95895A-CFA7-05D7-4B16-6F1CF486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C031E9-8D07-05E4-9534-BAE49A193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E608B3B-2A1B-9C1C-F45C-A4215B615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6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D3168-F0C5-1CDC-6B8C-10C2DEC9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D817DF-BBB9-5E82-9861-EFBB9C11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D07F6C-EFFF-DC53-7BBA-AEC675147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BB8BD5-BB26-60E9-7932-C7549B23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9575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6EA8845-AD88-DED0-FA76-D71B9A8EE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00D4A2-FFBF-645E-4661-77AE436B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C61DD9-0910-9F1C-E4F4-6831FCE8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776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B3F0B-170D-594D-607C-674FBCB1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DB5BA0-21A0-8CA7-7F69-5648DC922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766797-883E-C720-CF0A-1E3F4A5F3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32DEC-045E-7690-803C-A776A8BC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3700F0-2D6A-2738-290E-9350E2C7D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70481F-A14F-7FAB-2541-401A05EA5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61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74B22-C7E5-A55D-1AAC-63C115C89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C64CE7-DA66-8071-902E-7F48E1E759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6BFD27-64B9-0580-4201-323FF49FC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468AD0-0833-F930-1714-5DC01016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C798A85-D99F-F4AF-31E7-1DB3E1F3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6A8D99-55AE-93A4-D138-EAE6D17F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53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807C9-E410-C1B4-4296-EAF823410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3262D1-8EA2-17FC-581A-52FC44516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491B0-C984-9B5E-86E1-51BAD6232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4B16DE-6ADA-02DD-F07C-4014178E9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0A9A0C-D737-8337-9B78-932EF6BF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440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6C1C14-3CC5-736E-3776-DCCF4F25E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EA9850-DB3C-753B-F9F1-FE9015467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3916DD-02AE-7596-69AF-8179BF8C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6717F3-5F85-67FF-3048-FFD7D0E06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5484FE-79E4-EDB9-93C3-E02A4BCD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66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50E215-A59B-D4E1-429E-8088AA94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13287D-30C8-F051-70F2-BDD154365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A6572B-8220-8581-AA26-3662FFA62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8A2B5-EFE2-4227-BA27-8836E5CFBAE9}" type="datetimeFigureOut">
              <a:rPr lang="pt-BR" smtClean="0"/>
              <a:t>06/12/2025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297F0D-FB82-DF66-D88D-FB214BDE0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ED4ED8-9894-16C5-223E-287FEB2C7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314F9-4A39-4431-902B-8ADD82E0A69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84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A4D809-0AA4-097A-C58F-A67E6DF21AFE}"/>
              </a:ext>
            </a:extLst>
          </p:cNvPr>
          <p:cNvSpPr txBox="1"/>
          <p:nvPr/>
        </p:nvSpPr>
        <p:spPr>
          <a:xfrm>
            <a:off x="641268" y="231798"/>
            <a:ext cx="4667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Desafio DIO – Projeto Foco Usuário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8616916-181A-9068-7CD9-9FD206208D09}"/>
              </a:ext>
            </a:extLst>
          </p:cNvPr>
          <p:cNvSpPr txBox="1"/>
          <p:nvPr/>
        </p:nvSpPr>
        <p:spPr>
          <a:xfrm>
            <a:off x="6768936" y="1061393"/>
            <a:ext cx="53266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Baseado nas atualizações feitas durante as aulas, com foco no usuário.</a:t>
            </a:r>
          </a:p>
          <a:p>
            <a:r>
              <a:rPr lang="pt-BR" sz="1400" dirty="0"/>
              <a:t>Adicionei a tabela calendário para melhorar as visualizações dos gráfico que estão com o eixo x baseado no tempo. Utilizando a o </a:t>
            </a:r>
            <a:r>
              <a:rPr lang="pt-BR" sz="1400" dirty="0" err="1"/>
              <a:t>drill</a:t>
            </a:r>
            <a:r>
              <a:rPr lang="pt-BR" sz="1400" dirty="0"/>
              <a:t> </a:t>
            </a:r>
            <a:r>
              <a:rPr lang="pt-BR" sz="1400" dirty="0" err="1"/>
              <a:t>down</a:t>
            </a:r>
            <a:r>
              <a:rPr lang="pt-BR" sz="1400" dirty="0"/>
              <a:t> é possível descer os níveis de trimestre e mês abreviado.</a:t>
            </a:r>
          </a:p>
          <a:p>
            <a:r>
              <a:rPr lang="pt-BR" sz="1400" dirty="0"/>
              <a:t>Acrescentei um segmentador de meses na coluna da esquerda.</a:t>
            </a:r>
          </a:p>
          <a:p>
            <a:r>
              <a:rPr lang="pt-BR" sz="1400" dirty="0"/>
              <a:t>Aumentei os tamanhos dos textos conforme possibilidade.</a:t>
            </a:r>
          </a:p>
          <a:p>
            <a:r>
              <a:rPr lang="pt-BR" sz="1400" dirty="0"/>
              <a:t>Procurei utilizar a proporção </a:t>
            </a:r>
            <a:r>
              <a:rPr lang="pt-BR" sz="1400" dirty="0" err="1"/>
              <a:t>aurea</a:t>
            </a:r>
            <a:r>
              <a:rPr lang="pt-BR" sz="1400" dirty="0"/>
              <a:t> na disposição dos itens da página.</a:t>
            </a:r>
          </a:p>
          <a:p>
            <a:endParaRPr lang="pt-BR" sz="1400" dirty="0"/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B2333925-50D2-4D68-B1BD-DC775F79C305}"/>
              </a:ext>
            </a:extLst>
          </p:cNvPr>
          <p:cNvSpPr/>
          <p:nvPr/>
        </p:nvSpPr>
        <p:spPr>
          <a:xfrm>
            <a:off x="3391493" y="3244334"/>
            <a:ext cx="386610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975AC48-B278-CE6A-F01E-381757045CF6}"/>
              </a:ext>
            </a:extLst>
          </p:cNvPr>
          <p:cNvSpPr txBox="1"/>
          <p:nvPr/>
        </p:nvSpPr>
        <p:spPr>
          <a:xfrm>
            <a:off x="641268" y="699884"/>
            <a:ext cx="2620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Página Sales Inicial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90E09B-6FDD-5AF7-A897-6BD2361F64B0}"/>
              </a:ext>
            </a:extLst>
          </p:cNvPr>
          <p:cNvSpPr txBox="1"/>
          <p:nvPr/>
        </p:nvSpPr>
        <p:spPr>
          <a:xfrm>
            <a:off x="5201392" y="697248"/>
            <a:ext cx="220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Atualizado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D8AD9E8-72EA-C04C-33D4-4D4FC8350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68" y="1116716"/>
            <a:ext cx="2598873" cy="144000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ADA68E85-9B30-0889-A688-A7784E394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76" y="2709000"/>
            <a:ext cx="2616740" cy="144000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42D9890-89B1-B5E4-A36B-82A5AB433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91" y="4356607"/>
            <a:ext cx="2592625" cy="144000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830885C8-FEE6-4AEB-8DF5-C01FFFFCB5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0419" y="1116716"/>
            <a:ext cx="2592000" cy="1440000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52291AF-193B-A3D8-25DE-65A9FFB23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3493" y="2709000"/>
            <a:ext cx="2587826" cy="1440000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B4A88B2-38A0-51B9-38AB-6B7507C3C5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3493" y="4356607"/>
            <a:ext cx="259846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572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89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Ogasawara</dc:creator>
  <cp:lastModifiedBy>Marcos Ogasawara</cp:lastModifiedBy>
  <cp:revision>7</cp:revision>
  <dcterms:created xsi:type="dcterms:W3CDTF">2025-12-01T19:51:23Z</dcterms:created>
  <dcterms:modified xsi:type="dcterms:W3CDTF">2025-12-06T11:12:01Z</dcterms:modified>
</cp:coreProperties>
</file>