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79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18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58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46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0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14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90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604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53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441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824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06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CB5F1-F824-447D-985C-69C23D41792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7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F7FF1A8-F82B-C275-9934-2EC782B49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851230"/>
            <a:ext cx="8640000" cy="481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45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EB1C-2B71-7322-44D7-51DDF9466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83DC79D-451E-D383-2A2D-8B6E45339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847914"/>
            <a:ext cx="8640000" cy="481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74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Apresentação na tela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Ogasawara</dc:creator>
  <cp:lastModifiedBy>Marcos Ogasawara</cp:lastModifiedBy>
  <cp:revision>3</cp:revision>
  <dcterms:created xsi:type="dcterms:W3CDTF">2025-11-20T18:09:32Z</dcterms:created>
  <dcterms:modified xsi:type="dcterms:W3CDTF">2025-11-25T18:16:38Z</dcterms:modified>
</cp:coreProperties>
</file>