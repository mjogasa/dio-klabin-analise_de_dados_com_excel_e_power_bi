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3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18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58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46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06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14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90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60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53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41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824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06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CB5F1-F824-447D-985C-69C23D417927}" type="datetimeFigureOut">
              <a:rPr lang="pt-BR" smtClean="0"/>
              <a:t>20/11/2025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47268-BCBA-4082-9BEB-8311DF7378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7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6FB2C7A-2899-CC4E-318A-556434CA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1" y="438481"/>
            <a:ext cx="8280000" cy="466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4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EB1C-2B71-7322-44D7-51DDF9466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9909046-437F-41DF-FA70-C9FAD28FB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1" y="438481"/>
            <a:ext cx="8280000" cy="46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74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52CC-E8D0-DEAA-3A68-1D560C95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2D78906-4A63-6D0A-97B3-C81841AB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1" y="456331"/>
            <a:ext cx="8280000" cy="467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730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Office PowerPoint</Application>
  <PresentationFormat>Apresentação na tela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2</cp:revision>
  <dcterms:created xsi:type="dcterms:W3CDTF">2025-11-20T18:09:32Z</dcterms:created>
  <dcterms:modified xsi:type="dcterms:W3CDTF">2025-11-20T18:20:09Z</dcterms:modified>
</cp:coreProperties>
</file>