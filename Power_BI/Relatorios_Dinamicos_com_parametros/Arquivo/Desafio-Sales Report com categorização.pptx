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0C820-DF74-B56E-07F7-E1A91C057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295447-8BCF-ED94-F75A-6BB0121CC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35F0EC-3329-4028-6F27-20739C4CB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E8A05F-6284-490C-F564-10C13AF4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EA3E13-4CA2-A362-FE92-7766DC52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525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CA443-C60B-6398-9409-04ED438E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2D30E8-53B1-C252-288C-9516C5A43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F0B0B9-A646-B9EB-F097-57DDBC67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C5B11A-D245-76AD-C572-5B9F39EB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29458A-A83E-63A7-D546-867E5B797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601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62928-FEA4-A6E4-758E-364054BCC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EA6DFB-B63A-55E3-8275-F5D50F55A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72233A-2DB0-ADDB-7263-505BA438C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790D0B-36E5-5575-AAA8-3D5DF6F03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6D5552-37C0-B5D7-6C61-966DB264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89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358E1-CA81-CC1C-AD95-35AD4C028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9F7AB2-270F-F81A-4605-BE3ECBB8F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504F0BD-39A1-1681-FAC9-BBDE78121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7C4D98-BC30-E3F1-E620-6310F180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51AAA9-76F3-928B-8346-A59400D9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D1A9A4-24F2-254C-C97D-D54962CD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782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1D635-4D78-47D3-96A3-005C4AF83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13A792-FE21-8F03-C35E-E2D8F862E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DC130E-409A-EEC2-A4BB-723F9A116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D44EE9-393A-0550-99FF-9FDBD835BF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D3E6265-403C-E100-AD38-AD60AC221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95895A-CFA7-05D7-4B16-6F1CF486B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1C031E9-8D07-05E4-9534-BAE49A193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E608B3B-2A1B-9C1C-F45C-A4215B61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616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D3168-F0C5-1CDC-6B8C-10C2DEC9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D817DF-BBB9-5E82-9861-EFBB9C11B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CD07F6C-EFFF-DC53-7BBA-AEC675147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BB8BD5-BB26-60E9-7932-C7549B23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57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EA8845-AD88-DED0-FA76-D71B9A8EE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00D4A2-FFBF-645E-4661-77AE436B1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C61DD9-0910-9F1C-E4F4-6831FCE8E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776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B3F0B-170D-594D-607C-674FBCB1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DB5BA0-21A0-8CA7-7F69-5648DC922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766797-883E-C720-CF0A-1E3F4A5F3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32DEC-045E-7690-803C-A776A8BCE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3700F0-2D6A-2738-290E-9350E2C7D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70481F-A14F-7FAB-2541-401A05EA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61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74B22-C7E5-A55D-1AAC-63C115C89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C64CE7-DA66-8071-902E-7F48E1E75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6BFD27-64B9-0580-4201-323FF49FC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468AD0-0833-F930-1714-5DC01016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798A85-D99F-F4AF-31E7-1DB3E1F3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6A8D99-55AE-93A4-D138-EAE6D17F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53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807C9-E410-C1B4-4296-EAF82341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3262D1-8EA2-17FC-581A-52FC44516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4491B0-C984-9B5E-86E1-51BAD6232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4B16DE-6ADA-02DD-F07C-4014178E9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0A9A0C-D737-8337-9B78-932EF6BF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44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6C1C14-3CC5-736E-3776-DCCF4F25EC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EA9850-DB3C-753B-F9F1-FE9015467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3916DD-02AE-7596-69AF-8179BF8C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6717F3-5F85-67FF-3048-FFD7D0E06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5484FE-79E4-EDB9-93C3-E02A4BCD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66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350E215-A59B-D4E1-429E-8088AA940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13287D-30C8-F051-70F2-BDD154365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A6572B-8220-8581-AA26-3662FFA62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297F0D-FB82-DF66-D88D-FB214BDE0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ED4ED8-9894-16C5-223E-287FEB2C7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84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2A4D809-0AA4-097A-C58F-A67E6DF21AFE}"/>
              </a:ext>
            </a:extLst>
          </p:cNvPr>
          <p:cNvSpPr txBox="1"/>
          <p:nvPr/>
        </p:nvSpPr>
        <p:spPr>
          <a:xfrm>
            <a:off x="641268" y="231798"/>
            <a:ext cx="4667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Desafio DIO – Projeto Sales Report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8616916-181A-9068-7CD9-9FD206208D09}"/>
              </a:ext>
            </a:extLst>
          </p:cNvPr>
          <p:cNvSpPr txBox="1"/>
          <p:nvPr/>
        </p:nvSpPr>
        <p:spPr>
          <a:xfrm>
            <a:off x="4232213" y="807566"/>
            <a:ext cx="53266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O arquivo original utilizado foi do desafio anterior: </a:t>
            </a:r>
          </a:p>
          <a:p>
            <a:r>
              <a:rPr lang="pt-BR" sz="1400" dirty="0"/>
              <a:t>relatório desafio Sales </a:t>
            </a:r>
            <a:r>
              <a:rPr lang="pt-BR" sz="1400" dirty="0" err="1"/>
              <a:t>Report.pbix</a:t>
            </a:r>
            <a:r>
              <a:rPr lang="pt-BR" sz="1400" dirty="0"/>
              <a:t>.</a:t>
            </a:r>
          </a:p>
          <a:p>
            <a:r>
              <a:rPr lang="pt-BR" sz="1400" dirty="0"/>
              <a:t>Inicialmente acrescentei as medidas de Totais de </a:t>
            </a:r>
            <a:r>
              <a:rPr lang="pt-BR" sz="1400" dirty="0" err="1"/>
              <a:t>Discounts</a:t>
            </a:r>
            <a:r>
              <a:rPr lang="pt-BR" sz="1400" dirty="0"/>
              <a:t>, Gross Sales e Profit, para criar um parâmetro.</a:t>
            </a:r>
          </a:p>
          <a:p>
            <a:r>
              <a:rPr lang="pt-BR" sz="1400" dirty="0"/>
              <a:t>Em seguida criei outro parâmetro com country, </a:t>
            </a:r>
            <a:r>
              <a:rPr lang="pt-BR" sz="1400" dirty="0" err="1"/>
              <a:t>product</a:t>
            </a:r>
            <a:r>
              <a:rPr lang="pt-BR" sz="1400" dirty="0"/>
              <a:t> e </a:t>
            </a:r>
            <a:r>
              <a:rPr lang="pt-BR" sz="1400" dirty="0" err="1"/>
              <a:t>segment</a:t>
            </a:r>
            <a:r>
              <a:rPr lang="pt-BR" sz="1400" dirty="0"/>
              <a:t>.</a:t>
            </a:r>
          </a:p>
          <a:p>
            <a:r>
              <a:rPr lang="pt-BR" sz="1400" dirty="0"/>
              <a:t>Atualizei o palete de cores com arquivo </a:t>
            </a:r>
            <a:r>
              <a:rPr lang="pt-BR" sz="1400" dirty="0" err="1"/>
              <a:t>json</a:t>
            </a:r>
            <a:r>
              <a:rPr lang="pt-BR" sz="1400" dirty="0"/>
              <a:t> de um dashboard exemplo da internet.</a:t>
            </a:r>
          </a:p>
          <a:p>
            <a:r>
              <a:rPr lang="pt-BR" sz="1400" dirty="0"/>
              <a:t>Organizei novamente os gráficos e tabelas nas páginas.</a:t>
            </a:r>
          </a:p>
          <a:p>
            <a:r>
              <a:rPr lang="pt-BR" sz="1400" dirty="0"/>
              <a:t>Alterei os parâmetros de alguns gráficos, utilizando os criados.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C6255E-FF44-51C5-BC5F-1CB817ED8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49" y="807566"/>
            <a:ext cx="3202524" cy="1800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E81C08B-7C7B-C0C0-7168-16324BB73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49" y="2836480"/>
            <a:ext cx="3220000" cy="180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20664DF-5EBA-3414-08E6-F65493852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35" y="4865394"/>
            <a:ext cx="321611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572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88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Ogasawara</dc:creator>
  <cp:lastModifiedBy>Marcos Ogasawara</cp:lastModifiedBy>
  <cp:revision>9</cp:revision>
  <dcterms:created xsi:type="dcterms:W3CDTF">2025-12-01T19:51:23Z</dcterms:created>
  <dcterms:modified xsi:type="dcterms:W3CDTF">2025-12-07T00:36:20Z</dcterms:modified>
</cp:coreProperties>
</file>